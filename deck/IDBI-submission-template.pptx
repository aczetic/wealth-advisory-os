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00c623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00c623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00c6239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00c6239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00c6239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00c6239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00c6239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00c6239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00c6239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00c6239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00c6239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00c6239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0c6239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0c6239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00c6239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00c6239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00c6239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d00c6239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00c6239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d00c6239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00c623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d00c623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DBI banner deck 1.png"/>
          <p:cNvPicPr preferRelativeResize="0"/>
          <p:nvPr/>
        </p:nvPicPr>
        <p:blipFill rotWithShape="1">
          <a:blip r:embed="rId3">
            <a:alphaModFix/>
          </a:blip>
          <a:srcRect b="40681" l="0" r="0" t="0"/>
          <a:stretch/>
        </p:blipFill>
        <p:spPr>
          <a:xfrm>
            <a:off x="0" y="0"/>
            <a:ext cx="9144000" cy="3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6600" y="3260725"/>
            <a:ext cx="8760000" cy="16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Brief about the idea</a:t>
            </a:r>
            <a:endParaRPr b="1"/>
          </a:p>
        </p:txBody>
      </p:sp>
      <p:pic>
        <p:nvPicPr>
          <p:cNvPr id="62" name="Google Shape;62;p1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65350" y="744575"/>
            <a:ext cx="89430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Opportunities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different is it from any of the other existing ideas?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will it be able to solve the problem?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USP of the proposed 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68" name="Google Shape;68;p1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List of features offered by the solution</a:t>
            </a:r>
            <a:endParaRPr b="1"/>
          </a:p>
        </p:txBody>
      </p:sp>
      <p:pic>
        <p:nvPicPr>
          <p:cNvPr id="75" name="Google Shape;75;p1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Process flow diagram or Use-case diagram</a:t>
            </a:r>
            <a:endParaRPr b="1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Wireframes/Mock diagrams of the proposed solution (optional)</a:t>
            </a:r>
            <a:endParaRPr b="1"/>
          </a:p>
        </p:txBody>
      </p:sp>
      <p:pic>
        <p:nvPicPr>
          <p:cNvPr id="89" name="Google Shape;89;p18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Architecture diagram of the proposed solution</a:t>
            </a:r>
            <a:endParaRPr b="1"/>
          </a:p>
        </p:txBody>
      </p:sp>
      <p:pic>
        <p:nvPicPr>
          <p:cNvPr id="96" name="Google Shape;96;p19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Estimated implementation cost (optional)</a:t>
            </a:r>
            <a:endParaRPr b="1"/>
          </a:p>
        </p:txBody>
      </p:sp>
      <p:pic>
        <p:nvPicPr>
          <p:cNvPr id="110" name="Google Shape;110;p21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Prototype Performance report/Benchmarking</a:t>
            </a:r>
            <a:endParaRPr b="1"/>
          </a:p>
        </p:txBody>
      </p:sp>
      <p:pic>
        <p:nvPicPr>
          <p:cNvPr id="124" name="Google Shape;124;p23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Additional Details/Future Development (if any)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265350" y="744575"/>
            <a:ext cx="8943000" cy="1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Provide links to your: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GitHub Public Repository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Demo Video Link (3 Minutes)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Final Product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38" name="Google Shape;138;p2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 title="IDBI banner deck 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